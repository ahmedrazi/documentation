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42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280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NX-OS Compliance Checker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64592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Security Compliance Auditing with Splunk Integration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459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3.0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| Scope | Solution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Team |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Audits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manual review of device configurations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Standards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53212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compliance baseline across network devices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Visibility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34440" y="3749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track compliance trends over time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10896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661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Detection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532120" y="3749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misconfigurations discovered too late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Scope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Security Checks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1536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policy coverage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88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Check Categories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4400" y="2404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System, Management, Control, Data Plane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Multi-Device Scanning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1440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with parallel execution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Output Formats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14400" y="4142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Console, JSON, CSV, NDJSON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8016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Integration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5212080" y="1536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NDJSON for Universal Forwarder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4884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120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Ratings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5212080" y="2404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CRITICAL, HIGH, MEDIUM, LOW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017520"/>
            <a:ext cx="320040" cy="3200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1208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Guidance</a:t>
            </a:r>
            <a:endParaRPr lang="en-US" sz="1500" dirty="0"/>
          </a:p>
        </p:txBody>
      </p:sp>
      <p:sp>
        <p:nvSpPr>
          <p:cNvPr id="24" name="Text 15"/>
          <p:cNvSpPr/>
          <p:nvPr/>
        </p:nvSpPr>
        <p:spPr>
          <a:xfrm>
            <a:off x="5212080" y="3273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fix commands per check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86200"/>
            <a:ext cx="320040" cy="32004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208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Grading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5212080" y="4142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A-F letter grades with thresholds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1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on: CIS Benchmark  |  Cisco Hardening Guide  |  NIST Framework | RFCs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Pattern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Template-Driven Strategy Pattern + Pipeline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 File (.cfg)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 YAML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 Arguments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6517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5E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7560" y="1600200"/>
            <a:ext cx="2651760" cy="45720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Parse Config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 Checks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 Scores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1600200"/>
            <a:ext cx="26517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2651760" cy="457200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1645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Console Display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 / 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NDJSON (Splunk)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265176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Policies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Non-developers can edit security rules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4160520"/>
            <a:ext cx="265176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3756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Pattern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4526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add new check types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160520"/>
            <a:ext cx="265176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Scoring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4526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importance of checks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Patterns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91440" cy="109728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Pattern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checks to handler methods based on check_type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 new check types without modifying existing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402336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check_methods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'presence': self.check_presence,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'absence': self.check_absence,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'value': self.check_value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91440" cy="109728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Method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checks defined in YAML, not hardcoded in Python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Security teams can modify policy without coding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402336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606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NX-MP-003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check_type: presence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pattern: ^aaa authentication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91440" cy="109728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Pattern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function creates appropriate output formatters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Clean separation of output generation logic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840480"/>
            <a:ext cx="4023360" cy="9144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3886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format == 'json':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export_json()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format == 'ndjson':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export_ndjson()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Type Strategies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Pattern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MUST exist in config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^feature ssh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if found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solidFill>
            <a:srgbClr val="F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must NOT exist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^feature telnet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if not found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and validate values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 (\d+)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against threshold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solidFill>
            <a:srgbClr val="F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value_range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within min/max range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exec-timeout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944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5-15 minutes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vty_lines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9456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VTY line configuration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vty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timeout &amp; ACL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F0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E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9456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Per-interface settings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ip redirects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4944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all interfaces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Flow: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1097280" cy="411480"/>
          </a:xfrm>
          <a:prstGeom prst="rect">
            <a:avLst/>
          </a:prstGeom>
          <a:solidFill>
            <a:srgbClr val="0D5E6D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617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execute_check()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4592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834640" y="457200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834640" y="4617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check_type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2336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212080" y="457200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212080" y="4617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to handler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008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89520" y="4572000"/>
            <a:ext cx="1097280" cy="411480"/>
          </a:xfrm>
          <a:prstGeom prst="rect">
            <a:avLst/>
          </a:prstGeom>
          <a:solidFill>
            <a:srgbClr val="0D5E6D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89520" y="4617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(status, message)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AAA Compliance Validation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NX-MP-001: Local User Auth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NX-MP-002: Password Strength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NX-MP-003: AAA 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NX-MP-025-036: TLS/Cert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7560" y="1188720"/>
            <a:ext cx="2651760" cy="50292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783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NX-MP-004: AAA Commands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Command-level control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TACACS+/RADIUS groups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154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fallback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51760" cy="50292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1783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NX-MP-005: AAA Default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NX-MON-008: Commands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logging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3154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AAA Score: ~80 points (17% of total compliance score)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Gaps Detected: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201168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818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Passwords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4800600"/>
            <a:ext cx="201168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06040" y="4818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AAA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4800600"/>
            <a:ext cx="201168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4818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03720" y="4800600"/>
            <a:ext cx="201168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03720" y="4818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Creds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NX-OS Devices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2148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Files (.cfg)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68880" y="1828800"/>
            <a:ext cx="548640" cy="0"/>
          </a:xfrm>
          <a:prstGeom prst="line">
            <a:avLst/>
          </a:prstGeom>
          <a:noFill/>
          <a:ln w="25400">
            <a:solidFill>
              <a:srgbClr val="0AD1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8346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D1C8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08960" y="1280160"/>
            <a:ext cx="2377440" cy="118872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Checker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108960" y="2148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Policy YAML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577840" y="1828800"/>
            <a:ext cx="548640" cy="0"/>
          </a:xfrm>
          <a:prstGeom prst="line">
            <a:avLst/>
          </a:prstGeom>
          <a:noFill/>
          <a:ln w="25400">
            <a:solidFill>
              <a:srgbClr val="0AD1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436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D1C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17920" y="128016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371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NDJSON Output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17920" y="2148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JSON per line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406640" y="2560320"/>
            <a:ext cx="0" cy="457200"/>
          </a:xfrm>
          <a:prstGeom prst="line">
            <a:avLst/>
          </a:prstGeom>
          <a:noFill/>
          <a:ln w="25400">
            <a:solidFill>
              <a:srgbClr val="0AD1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26948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D1C8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17920" y="3200400"/>
            <a:ext cx="2377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2918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1792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Forwarder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120640" y="3657600"/>
            <a:ext cx="1005840" cy="0"/>
          </a:xfrm>
          <a:prstGeom prst="line">
            <a:avLst/>
          </a:prstGeom>
          <a:noFill/>
          <a:ln w="25400">
            <a:solidFill>
              <a:srgbClr val="0AD1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02920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D1C8"/>
                </a:solidFill>
              </a:rPr>
              <a:t>◀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2743200" y="3200400"/>
            <a:ext cx="2286000" cy="1005840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27432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Indexer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74320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Events/Device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645920" y="3657600"/>
            <a:ext cx="1005840" cy="0"/>
          </a:xfrm>
          <a:prstGeom prst="line">
            <a:avLst/>
          </a:prstGeom>
          <a:noFill/>
          <a:ln w="25400">
            <a:solidFill>
              <a:srgbClr val="0AD1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155448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D1C8"/>
                </a:solidFill>
              </a:rPr>
              <a:t>◀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365760" y="3200400"/>
            <a:ext cx="201168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291840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6576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props.conf → SHOULD_LINEMERGE=false | KV_MODE=json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NDJSON Format Explained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NDJSON = Newline Delimited JSON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 JSON object per line — each line becomes a separate Splunk event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114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Regular 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{...},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{...}, {...}, {...}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Splunk sees 1 event (entire file)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114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NDJSON Format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{"event_type":"summary",...}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{"event_type":"check",...}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{"event_type":"check",...}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{"event_type":"check",...}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Splunk sees 117 events (searchable)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Device:  1 Summary Event  +  116 Check Events  =  117 Searchable Events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116 Security Checks Across 10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600200" cy="10972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Hardening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03120" y="1280160"/>
            <a:ext cx="1600200" cy="10972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1554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D89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28016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0" y="1280160"/>
            <a:ext cx="1600200" cy="109728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1554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69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93192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28016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77840" y="1280160"/>
            <a:ext cx="1600200" cy="109728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7840" y="1554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4919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128016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0" y="1280160"/>
            <a:ext cx="1600200" cy="109728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1554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D5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0664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Services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1600200" cy="109728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337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06324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103120" y="3063240"/>
            <a:ext cx="1600200" cy="109728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03120" y="3337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D1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2194560" y="3977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Security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306324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40480" y="3063240"/>
            <a:ext cx="1600200" cy="109728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0" y="3337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180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931920" y="3977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VTY/Console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306324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77840" y="3063240"/>
            <a:ext cx="1600200" cy="10972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77840" y="3337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977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0" y="306324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15200" y="3063240"/>
            <a:ext cx="1600200" cy="109728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0" y="3337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D5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406640" y="3977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0" y="4572000"/>
            <a:ext cx="27432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116 Checks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Splunk Dashboard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91440" cy="100584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Summary Table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Hostname, grade, percentage, pass/fail counts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91440" cy="100584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Distribution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chart showing A/B/C/D/F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91440" cy="100584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by Severity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of CRITICAL/HIGH/MEDIUM/LOW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91440" cy="100584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Device Chart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per device colored by severity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91440" cy="100584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Drilldown Tables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Click-to-expand affected device details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91440" cy="100584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Picker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last 24h, 7 days, 30 days, custom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8412480" cy="6858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Sample: index=dcn-compliance event_type=compliance_check status=FAIL severity=CRITICAL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Script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Python script + policy YAML to server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0" cy="137160"/>
          </a:xfrm>
          <a:prstGeom prst="line">
            <a:avLst/>
          </a:prstGeom>
          <a:noFill/>
          <a:ln w="25400">
            <a:solidFill>
              <a:srgbClr val="0AD1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548640" cy="5486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Splunk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3042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props.conf with SHOULD_LINEMERGE=false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24328"/>
            <a:ext cx="0" cy="137160"/>
          </a:xfrm>
          <a:prstGeom prst="line">
            <a:avLst/>
          </a:prstGeom>
          <a:noFill/>
          <a:ln w="25400">
            <a:solidFill>
              <a:srgbClr val="0AD1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548640" cy="5486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2549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7340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Monitor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inputs.conf for NDJSON file path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374136"/>
            <a:ext cx="0" cy="137160"/>
          </a:xfrm>
          <a:prstGeom prst="line">
            <a:avLst/>
          </a:prstGeom>
          <a:noFill/>
          <a:ln w="25400">
            <a:solidFill>
              <a:srgbClr val="0AD1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483864"/>
            <a:ext cx="548640" cy="5486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5753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4838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Scans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80390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job to run compliance checks daily/weekly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123944"/>
            <a:ext cx="0" cy="137160"/>
          </a:xfrm>
          <a:prstGeom prst="line">
            <a:avLst/>
          </a:prstGeom>
          <a:noFill/>
          <a:ln w="25400">
            <a:solidFill>
              <a:srgbClr val="0AD1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233672"/>
            <a:ext cx="548640" cy="5486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325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4233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Dashboard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5537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XML dashboard or build custom panels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nxos_compliance_checker_v3_0.py --config-dir /configs/ --format ndjson --output compliance.json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Benefits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09728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5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config audits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965960" cy="109728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5544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5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9748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Multi-Device Scale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743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entire network in minutes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965960" cy="109728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5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743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 via Splunk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28016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1965960" cy="109728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155448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5E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116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Coverage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27432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check coverage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8412480" cy="11887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Impact</a:t>
            </a:r>
            <a:endParaRPr lang="en-US" sz="16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868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audit time by 90%</a:t>
            </a:r>
            <a:endParaRPr lang="en-US" sz="11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343400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98348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misconfigurations before breaches</a:t>
            </a:r>
            <a:endParaRPr lang="en-US" sz="11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6344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6868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compliance requirements (CIS, NIST)</a:t>
            </a:r>
            <a:endParaRPr lang="en-US" sz="11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663440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983480" y="4645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remediation progress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D1C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A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0D5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860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Team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8600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974</Words>
  <Application>Microsoft Macintosh PowerPoint</Application>
  <PresentationFormat>On-screen Show (16:9)</PresentationFormat>
  <Paragraphs>259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NX-OS Compliance Checker - Architecture &amp; Solution</dc:title>
  <dc:subject>Network Compliance Automation</dc:subject>
  <dc:creator>Network Security Team</dc:creator>
  <cp:lastModifiedBy>Razi Ahmed</cp:lastModifiedBy>
  <cp:revision>2</cp:revision>
  <dcterms:created xsi:type="dcterms:W3CDTF">2026-02-21T23:20:36Z</dcterms:created>
  <dcterms:modified xsi:type="dcterms:W3CDTF">2026-02-21T23:28:17Z</dcterms:modified>
</cp:coreProperties>
</file>